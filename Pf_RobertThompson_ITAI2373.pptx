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91440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286000"/>
            <a:ext cx="137160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3657600"/>
            <a:ext cx="1554480" cy="54864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645920"/>
            <a:ext cx="640080" cy="64008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926080"/>
            <a:ext cx="457200" cy="457200"/>
          </a:xfrm>
          <a:prstGeom prst="ellipse">
            <a:avLst/>
          </a:prstGeom>
          <a:solidFill>
            <a:srgbClr val="2D7DD2">
              <a:alpha val="40000"/>
            </a:srgbClr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502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B. THOMPSON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&amp; AI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2373  |  Natural Language Processing  |  Houston Community College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2743200" cy="3657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461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 – Applied AI and Robotics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github.com/w212444150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NLP, Cybersecurity, Edge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JOURNEY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795528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353312"/>
            <a:ext cx="402336" cy="402336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1691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Notebook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+ GitHub setup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+ Python Hello World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1353312"/>
            <a:ext cx="402336" cy="402336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874520"/>
            <a:ext cx="1691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9456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4688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vs spaCy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Stemming, Lemmatization,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25112" y="1353312"/>
            <a:ext cx="402336" cy="402336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0" y="1874520"/>
            <a:ext cx="1691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2336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Representation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24688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concepts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53912" y="1353312"/>
            <a:ext cx="402336" cy="402336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1874520"/>
            <a:ext cx="1691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 Society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24688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social impact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NLP applications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82712" y="135331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8271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89520" y="1874520"/>
            <a:ext cx="1691640" cy="2606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8096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2.0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246888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NLP pipeline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+ 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NewsBot 2.0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&amp; Cybersecurity Intelligence System  |  ITAI 2373 Final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023360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91440" cy="13258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article sorter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Naive Bayes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&amp; cyber domains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4023360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874520"/>
            <a:ext cx="91440" cy="13258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Tracker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3134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VADER-based scoring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sentiment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4023360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83280"/>
            <a:ext cx="91440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Mapper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822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NER + domain keywords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 mapping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graph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383280"/>
            <a:ext cx="4023360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383280"/>
            <a:ext cx="91440" cy="1325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822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intent classifier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interface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error handling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github.com/w212444150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&amp; COMPETENCIES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481328"/>
            <a:ext cx="1920240" cy="146304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481328"/>
            <a:ext cx="1632204" cy="14630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/ spaCy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984248"/>
            <a:ext cx="1920240" cy="146304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984248"/>
            <a:ext cx="1536192" cy="14630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2487168"/>
            <a:ext cx="1920240" cy="146304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2487168"/>
            <a:ext cx="1440180" cy="14630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Colab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0" y="2990088"/>
            <a:ext cx="1920240" cy="146304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990088"/>
            <a:ext cx="1728216" cy="14630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3493008"/>
            <a:ext cx="1920240" cy="146304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3493008"/>
            <a:ext cx="1536192" cy="14630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BoW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3995928"/>
            <a:ext cx="1920240" cy="146304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3995928"/>
            <a:ext cx="1497787" cy="14630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960120"/>
            <a:ext cx="45720" cy="3840480"/>
          </a:xfrm>
          <a:prstGeom prst="rect">
            <a:avLst/>
          </a:prstGeom>
          <a:solidFill>
            <a:srgbClr val="C0CCE0"/>
          </a:solidFill>
          <a:ln w="12700">
            <a:solidFill>
              <a:srgbClr val="C0CC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Competencies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1417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1655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stemming, lemmatization, stop word removal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0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Representation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2203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Words, TF-IDF, CountVectorizer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0" y="2514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2752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scoring, time-series tracking, anomaly detection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0" y="3063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3300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chunking, domain keyword matching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0" y="3611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0" y="3849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LDA-based theme extraction and clustering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4398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classification, query parsing, fallback handling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I've Been. Where I'm Going.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3200400"/>
          </a:xfrm>
          <a:prstGeom prst="rect">
            <a:avLst/>
          </a:prstGeom>
          <a:solidFill>
            <a:srgbClr val="1A3A6B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5661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choices shape everything downstream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loses meaning; lemmatization preserves 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NLP outperforms generic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4-module NLP pipeline from scratch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+ GitHub = reproducible, shareable 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931920" cy="320040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54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35661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Cybersecurity – UH Downtown (Spring 2027)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NLP with red team tooling and threat intel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NewsBot with live news API feeds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edge AI work on Jetson Orin Nano + Hailo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AI-assisted golf ball tracking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AI Portfolio - ITAI 2373</dc:title>
  <dc:subject>PptxGenJS Presentation</dc:subject>
  <dc:creator>Robert B. Thompson</dc:creator>
  <cp:lastModifiedBy>Robert B. Thompson</cp:lastModifiedBy>
  <cp:revision>1</cp:revision>
  <dcterms:created xsi:type="dcterms:W3CDTF">2026-05-07T21:37:39Z</dcterms:created>
  <dcterms:modified xsi:type="dcterms:W3CDTF">2026-05-07T21:37:39Z</dcterms:modified>
</cp:coreProperties>
</file>